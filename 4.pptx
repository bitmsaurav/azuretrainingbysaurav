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f371a087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af371a087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af371a087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af371a087_2_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971550" y="1018412"/>
            <a:ext cx="248269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971550" y="1018412"/>
            <a:ext cx="248269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971550" y="1018412"/>
            <a:ext cx="248269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5897880" y="1018412"/>
            <a:ext cx="2410778" cy="548640"/>
          </a:xfrm>
          <a:custGeom>
            <a:rect b="b" l="l" r="r" t="t"/>
            <a:pathLst>
              <a:path extrusionOk="0" h="731519" w="3214370">
                <a:moveTo>
                  <a:pt x="3214116" y="0"/>
                </a:moveTo>
                <a:lnTo>
                  <a:pt x="0" y="0"/>
                </a:lnTo>
                <a:lnTo>
                  <a:pt x="0" y="731520"/>
                </a:lnTo>
                <a:lnTo>
                  <a:pt x="3214116" y="731520"/>
                </a:lnTo>
                <a:lnTo>
                  <a:pt x="3214116" y="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" name="Google Shape;52;p13"/>
          <p:cNvSpPr/>
          <p:nvPr/>
        </p:nvSpPr>
        <p:spPr>
          <a:xfrm>
            <a:off x="5897880" y="1018412"/>
            <a:ext cx="2410778" cy="548640"/>
          </a:xfrm>
          <a:custGeom>
            <a:rect b="b" l="l" r="r" t="t"/>
            <a:pathLst>
              <a:path extrusionOk="0" h="731519" w="3214370">
                <a:moveTo>
                  <a:pt x="0" y="731520"/>
                </a:moveTo>
                <a:lnTo>
                  <a:pt x="3214116" y="731520"/>
                </a:lnTo>
                <a:lnTo>
                  <a:pt x="3214116" y="0"/>
                </a:lnTo>
                <a:lnTo>
                  <a:pt x="0" y="0"/>
                </a:lnTo>
                <a:lnTo>
                  <a:pt x="0" y="731520"/>
                </a:lnTo>
                <a:close/>
              </a:path>
            </a:pathLst>
          </a:cu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971550" y="1018412"/>
            <a:ext cx="248269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6507367" y="1088425"/>
            <a:ext cx="21144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971550" y="1018412"/>
            <a:ext cx="248269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330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Subscription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5957125" y="1782603"/>
            <a:ext cx="1866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Identity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1140320" y="1708873"/>
            <a:ext cx="31599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Logical Container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5905298" y="2173100"/>
            <a:ext cx="24828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An identity with access to resources in the subscription (ie. You)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1140323" y="2175900"/>
            <a:ext cx="24828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Contains the various resources you provision in the cloud (VMs, DBs, networks etc.)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1140321" y="4151825"/>
            <a:ext cx="29016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E5F00"/>
                </a:solidFill>
                <a:latin typeface="Lucida Sans"/>
                <a:ea typeface="Lucida Sans"/>
                <a:cs typeface="Lucida Sans"/>
                <a:sym typeface="Lucida Sans"/>
              </a:rPr>
              <a:t>Can be attached to a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E5F00"/>
                </a:solidFill>
                <a:latin typeface="Lucida Sans"/>
                <a:ea typeface="Lucida Sans"/>
                <a:cs typeface="Lucida Sans"/>
                <a:sym typeface="Lucida Sans"/>
              </a:rPr>
              <a:t>lot of accounts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5905300" y="4151825"/>
            <a:ext cx="29016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E5F00"/>
                </a:solidFill>
                <a:latin typeface="Lucida Sans"/>
                <a:ea typeface="Lucida Sans"/>
                <a:cs typeface="Lucida Sans"/>
                <a:sym typeface="Lucida Sans"/>
              </a:rPr>
              <a:t>Can be attached to a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E5F00"/>
                </a:solidFill>
                <a:latin typeface="Lucida Sans"/>
                <a:ea typeface="Lucida Sans"/>
                <a:cs typeface="Lucida Sans"/>
                <a:sym typeface="Lucida Sans"/>
              </a:rPr>
              <a:t>lot of subscription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6253654" y="1088425"/>
            <a:ext cx="2250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PowerShell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971550" y="1018412"/>
            <a:ext cx="248269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CLI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1140333" y="1708880"/>
            <a:ext cx="3065621" cy="61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Run Azure commands from the command line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1622900" y="2838825"/>
            <a:ext cx="6082800" cy="16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725">
            <a:spAutoFit/>
          </a:bodyPr>
          <a:lstStyle/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ucida Sans"/>
              <a:buChar char="-"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Almost identical capabilities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Lucida Sans"/>
              <a:buChar char="-"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Different syntax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-260350" lvl="0" marL="266700" marR="0" rtl="0" algn="l">
              <a:lnSpc>
                <a:spcPct val="18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ucida Sans"/>
              <a:buChar char="-"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CLI can be run from scripting languages (Python etc.)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700"/>
              <a:buFont typeface="Lucida Sans"/>
              <a:buChar char="-"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Use whatever you want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5905309" y="1708880"/>
            <a:ext cx="3065621" cy="61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Run Azure commands from the PowerShell window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