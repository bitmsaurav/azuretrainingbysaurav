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  <p:sldMasterId id="214748366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b0af367d6_2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g3bb0af367d6_2_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0af367d6_2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bb0af367d6_2_4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b0af367d6_2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bb0af367d6_2_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b0af367d6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3bb0af367d6_2_5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bb0af367d6_2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bb0af367d6_2_5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20725" y="359854"/>
            <a:ext cx="533400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60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60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620725" y="359854"/>
            <a:ext cx="533400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60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0725" y="359854"/>
            <a:ext cx="533400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60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0725" y="359854"/>
            <a:ext cx="533400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1" i="0" sz="6000" u="none" cap="none" strike="noStrike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4" name="Google Shape;54;p13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4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1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0725" y="359854"/>
            <a:ext cx="5334000" cy="18488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00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Our App</a:t>
            </a:r>
            <a:endParaRPr/>
          </a:p>
        </p:txBody>
      </p:sp>
      <p:sp>
        <p:nvSpPr>
          <p:cNvPr id="89" name="Google Shape;89;p19"/>
          <p:cNvSpPr txBox="1"/>
          <p:nvPr/>
        </p:nvSpPr>
        <p:spPr>
          <a:xfrm>
            <a:off x="442350" y="4074225"/>
            <a:ext cx="39471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5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300">
                <a:solidFill>
                  <a:srgbClr val="001F5F"/>
                </a:solidFill>
                <a:latin typeface="Lucida Sans"/>
                <a:ea typeface="Lucida Sans"/>
                <a:cs typeface="Lucida Sans"/>
                <a:sym typeface="Lucida Sans"/>
              </a:rPr>
              <a:t>Saurav Kunal</a:t>
            </a:r>
            <a:endParaRPr sz="2300">
              <a:latin typeface="Lucida Sans"/>
              <a:ea typeface="Lucida Sans"/>
              <a:cs typeface="Lucida Sans"/>
              <a:sym typeface="Lucida Sans"/>
            </a:endParaRPr>
          </a:p>
        </p:txBody>
      </p:sp>
      <p:grpSp>
        <p:nvGrpSpPr>
          <p:cNvPr id="90" name="Google Shape;90;p19"/>
          <p:cNvGrpSpPr/>
          <p:nvPr/>
        </p:nvGrpSpPr>
        <p:grpSpPr>
          <a:xfrm>
            <a:off x="328040" y="452628"/>
            <a:ext cx="114300" cy="3535680"/>
            <a:chOff x="437387" y="603504"/>
            <a:chExt cx="152400" cy="4714240"/>
          </a:xfrm>
        </p:grpSpPr>
        <p:sp>
          <p:nvSpPr>
            <p:cNvPr id="91" name="Google Shape;91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152400" y="0"/>
                  </a:moveTo>
                  <a:lnTo>
                    <a:pt x="0" y="0"/>
                  </a:lnTo>
                  <a:lnTo>
                    <a:pt x="0" y="4713732"/>
                  </a:lnTo>
                  <a:lnTo>
                    <a:pt x="152400" y="4713732"/>
                  </a:lnTo>
                  <a:lnTo>
                    <a:pt x="152400" y="0"/>
                  </a:lnTo>
                  <a:close/>
                </a:path>
              </a:pathLst>
            </a:custGeom>
            <a:solidFill>
              <a:srgbClr val="001F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  <p:sp>
          <p:nvSpPr>
            <p:cNvPr id="92" name="Google Shape;92;p19"/>
            <p:cNvSpPr/>
            <p:nvPr/>
          </p:nvSpPr>
          <p:spPr>
            <a:xfrm>
              <a:off x="437387" y="603504"/>
              <a:ext cx="152400" cy="4714240"/>
            </a:xfrm>
            <a:custGeom>
              <a:rect b="b" l="l" r="r" t="t"/>
              <a:pathLst>
                <a:path extrusionOk="0" h="4714240" w="152400">
                  <a:moveTo>
                    <a:pt x="0" y="4713732"/>
                  </a:moveTo>
                  <a:lnTo>
                    <a:pt x="152400" y="4713732"/>
                  </a:lnTo>
                  <a:lnTo>
                    <a:pt x="152400" y="0"/>
                  </a:lnTo>
                  <a:lnTo>
                    <a:pt x="0" y="0"/>
                  </a:lnTo>
                  <a:lnTo>
                    <a:pt x="0" y="4713732"/>
                  </a:lnTo>
                  <a:close/>
                </a:path>
              </a:pathLst>
            </a:custGeom>
            <a:noFill/>
            <a:ln cap="flat" cmpd="sng" w="12700">
              <a:solidFill>
                <a:srgbClr val="2E528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/>
            </a:p>
          </p:txBody>
        </p:sp>
      </p:grpSp>
      <p:pic>
        <p:nvPicPr>
          <p:cNvPr id="93" name="Google Shape;93;p19" title="DSC_0352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9525" y="1297525"/>
            <a:ext cx="2884475" cy="384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/>
        </p:nvSpPr>
        <p:spPr>
          <a:xfrm>
            <a:off x="497975" y="942975"/>
            <a:ext cx="5376000" cy="3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Your bookshop on the cloud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Contains 4 main services: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Books catalog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Shopping Cart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Inventory Management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Order Engine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69" y="415219"/>
            <a:ext cx="1745603" cy="52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/>
        </p:nvSpPr>
        <p:spPr>
          <a:xfrm>
            <a:off x="497966" y="1310639"/>
            <a:ext cx="7028498" cy="28998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Technical details: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Developed using .NET Core &amp; nodeJS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2" marL="1041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You don’t have to be familiar with these platforms!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2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Uses VS Code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Uses various databases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69" y="415219"/>
            <a:ext cx="1745603" cy="52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/>
        </p:nvSpPr>
        <p:spPr>
          <a:xfrm>
            <a:off x="497966" y="1310639"/>
            <a:ext cx="7330440" cy="353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What we’ll do?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Begin with the basic app, run it locally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marR="0" rtl="0" algn="l">
              <a:lnSpc>
                <a:spcPct val="240000"/>
              </a:lnSpc>
              <a:spcBef>
                <a:spcPts val="6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Move it to the cloud, demonstrating various deployment (compute) options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Add networking and security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Add database support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1" name="Google Shape;11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69" y="415219"/>
            <a:ext cx="1745603" cy="52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"/>
          <p:cNvSpPr txBox="1"/>
          <p:nvPr/>
        </p:nvSpPr>
        <p:spPr>
          <a:xfrm>
            <a:off x="497966" y="1310639"/>
            <a:ext cx="6614636" cy="2259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050">
            <a:spAutoFit/>
          </a:bodyPr>
          <a:lstStyle/>
          <a:p>
            <a:pPr indent="-349250" lvl="0" marL="355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What we’ll do?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Add messaging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Discuss various alternatives for deployments etc.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0" lvl="1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None/>
            </a:pPr>
            <a:r>
              <a:t/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  <a:p>
            <a:pPr indent="-349250" lvl="1" marL="6985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rial"/>
              <a:buChar char="•"/>
            </a:pPr>
            <a:r>
              <a:rPr lang="en" sz="2100">
                <a:latin typeface="Lucida Sans"/>
                <a:ea typeface="Lucida Sans"/>
                <a:cs typeface="Lucida Sans"/>
                <a:sym typeface="Lucida Sans"/>
              </a:rPr>
              <a:t>Keep an eye on the cost…</a:t>
            </a:r>
            <a:endParaRPr sz="2100"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17" name="Google Shape;1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74769" y="415219"/>
            <a:ext cx="1745603" cy="5277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1F5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